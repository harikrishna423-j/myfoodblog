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0F172A"/>
                </a:solidFill>
                <a:latin typeface="Georgia"/>
              </a:defRPr>
            </a:pPr>
            <a:r>
              <a:t>MyFoodBlog Project Overview</a:t>
            </a:r>
          </a:p>
          <a:p>
            <a:pPr>
              <a:defRPr sz="1400">
                <a:solidFill>
                  <a:srgbClr val="EA580C"/>
                </a:solidFill>
                <a:latin typeface="Arial"/>
              </a:defRPr>
            </a:pPr>
            <a:r>
              <a:t>Full-Stack Food Blog with Django REST Framework Backend &amp; React (Vite)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972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Architecture &amp;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87121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Backend: Django 4.x + Django REST Framework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Frontend: React 19 + Vite 8 + Tailwind CSS v4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State &amp; UI: shadcn/ui components, Axios client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Database: SQLite for clean local storage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Local Hosts: Django API (:8000), Vite Frontend (:5173)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240280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Frontend App Core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788920"/>
            <a:ext cx="287121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Home Page: Fullscreen featured video &amp; shorts/recipes grid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Recipe Explorer: Search filtering with interactive difficulty pills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Recipe Details: Split hero banner, step-by-step instructions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Protected Admin: Upload panel for shorts and recipes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Deploy-Ready: Configured for GitHub Pages via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011680"/>
            <a:ext cx="332841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240280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Backend 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788920"/>
            <a:ext cx="287121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Secure Authentication: JWT access/refresh token rotation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Image Compression: Automated RGBA conversion, max 1200px JPEG q80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Sliding Rate Limits: 5 short video uploads/hr, 10 recipes/day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Size Validation: 50MB maximum recipe video size check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 Notification: Console-based auto-welcome email 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879592"/>
            <a:ext cx="1072865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AFAF7"/>
                </a:solidFill>
                <a:latin typeface="Arial"/>
              </a:defRPr>
            </a:pPr>
            <a:r>
              <a:t>🔑 KEY INFRASTRUCTURE METRICS:  JWT Expiry: 30m Access / 7d Refresh  |  Max Upload size: 50MB  |  Image Resize: Auto-Scale to 1200px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